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CC4141"/>
                </a:solidFill>
                <a:latin typeface="Calibri"/>
              </a:defRPr>
            </a:pPr>
            <a:r>
              <a:t>PORTSHIM</a:t>
            </a:r>
          </a:p>
          <a:p>
            <a:pPr>
              <a:defRPr sz="2400">
                <a:solidFill>
                  <a:srgbClr val="FFFFFF"/>
                </a:solidFill>
                <a:latin typeface="Calibri"/>
              </a:defRPr>
            </a:pPr>
            <a:r>
              <a:t>Security Assessment — Executive Brief</a:t>
            </a:r>
          </a:p>
          <a:p>
            <a:pPr>
              <a:defRPr sz="1400">
                <a:solidFill>
                  <a:srgbClr val="797979"/>
                </a:solidFill>
                <a:latin typeface="Calibri"/>
              </a:defRPr>
            </a:pPr>
            <a:r>
              <a:t>July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Assessment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Target Network:  192.168.1.0/24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Assessment Date:  July 10,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Profile:         Full Assault (loudest, maximum speed)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LLM Mode:        Hybrid (local models for exploitation, cloud for reporting)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Live Hosts Found: 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33333"/>
                </a:solidFill>
                <a:latin typeface="Calibri"/>
              </a:defRPr>
            </a:pPr>
            <a:r>
              <a:t>Total Findings:  8 (1 Critical, 3 High, 2 Medium, 2 Low)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Overall Risk Posture: CRITICAL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914400" cy="457200"/>
          </a:xfrm>
          <a:prstGeom prst="rect">
            <a:avLst/>
          </a:prstGeom>
          <a:solidFill>
            <a:srgbClr val="C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C4141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97979"/>
                </a:solidFill>
                <a:latin typeface="Calibri"/>
              </a:defRPr>
            </a:pPr>
            <a:r>
              <a:t>1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2743200" cy="457200"/>
          </a:xfrm>
          <a:prstGeom prst="rect">
            <a:avLst/>
          </a:prstGeom>
          <a:solidFill>
            <a:srgbClr val="E8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5D3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97979"/>
                </a:solidFill>
                <a:latin typeface="Calibri"/>
              </a:defRPr>
            </a:pPr>
            <a:r>
              <a:t>3 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926080"/>
            <a:ext cx="1828800" cy="457200"/>
          </a:xfrm>
          <a:prstGeom prst="rect">
            <a:avLst/>
          </a:prstGeom>
          <a:solidFill>
            <a:srgbClr val="F4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9260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A442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926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97979"/>
                </a:solidFill>
                <a:latin typeface="Calibri"/>
              </a:defRPr>
            </a:pPr>
            <a:r>
              <a:t>2 findings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566160"/>
            <a:ext cx="1828800" cy="457200"/>
          </a:xfrm>
          <a:prstGeom prst="rect">
            <a:avLst/>
          </a:prstGeom>
          <a:solidFill>
            <a:srgbClr val="5B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661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B9E5B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5661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97979"/>
                </a:solidFill>
                <a:latin typeface="Calibri"/>
              </a:defRPr>
            </a:pPr>
            <a:r>
              <a:t>2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797979"/>
                </a:solidFill>
                <a:latin typeface="Calibri"/>
              </a:defRPr>
            </a:pPr>
            <a:r>
              <a:t>Immediate attention required. Several devices expose management interfaces, legacy services, or unencrypted protocols to the LAN without restriction. End-of-life software present.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822960" cy="320040"/>
          </a:xfrm>
          <a:prstGeom prst="rect">
            <a:avLst/>
          </a:prstGeom>
          <a:solidFill>
            <a:srgbClr val="CC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Default credentials on network gateway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783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797979"/>
                </a:solidFill>
                <a:latin typeface="Calibri"/>
              </a:defRPr>
            </a:pPr>
            <a:r>
              <a:t>10.100.1.1:22  |  CVSS 9.8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822960" cy="320040"/>
          </a:xfrm>
          <a:prstGeom prst="rect">
            <a:avLst/>
          </a:prstGeom>
          <a:solidFill>
            <a:srgbClr val="E8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TLS 1.0/1.1 enabled on RDP — downgrade attack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797979"/>
                </a:solidFill>
                <a:latin typeface="Calibri"/>
              </a:defRPr>
            </a:pPr>
            <a:r>
              <a:t>10.100.1.26:3389  |  CVSS 7.5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822960" cy="320040"/>
          </a:xfrm>
          <a:prstGeom prst="rect">
            <a:avLst/>
          </a:prstGeom>
          <a:solidFill>
            <a:srgbClr val="E8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51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TLS 1.0/1.1 enabled on RDP — downgrade attack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71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797979"/>
                </a:solidFill>
                <a:latin typeface="Calibri"/>
              </a:defRPr>
            </a:pPr>
            <a:r>
              <a:t>10.100.1.45:3389  |  CVSS 7.5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822960" cy="320040"/>
          </a:xfrm>
          <a:prstGeom prst="rect">
            <a:avLst/>
          </a:prstGeom>
          <a:solidFill>
            <a:srgbClr val="E85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46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33333"/>
                </a:solidFill>
                <a:latin typeface="Calibri"/>
              </a:defRPr>
            </a:pPr>
            <a:r>
              <a:t>SMBv3 exposed with domain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797979"/>
                </a:solidFill>
                <a:latin typeface="Calibri"/>
              </a:defRPr>
            </a:pPr>
            <a:r>
              <a:t>10.100.1.26, 10.100.1.45:445  |  CVSS 7.2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Environment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Maturity Level:  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797979"/>
                </a:solidFill>
                <a:latin typeface="Calibri"/>
              </a:defRPr>
            </a:pPr>
            <a:r>
              <a:t>The environment contains multiple high-severity issues indicating limited security controls on the internal network. Several devices expose management interfaces, legacy services, or unencrypted protocols to the LAN without restriction.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Exploitation Attempts: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797979"/>
                </a:solidFill>
                <a:latin typeface="Calibri"/>
              </a:defRPr>
            </a:pPr>
            <a:r>
              <a:t>• BrosTrend Extender (.207) — Open telnet, drops connection immediately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0915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797979"/>
                </a:solidFill>
                <a:latin typeface="Calibri"/>
              </a:defRPr>
            </a:pPr>
            <a:r>
              <a:t>• Charging Station (.138) — OpenSSH 7.2, password auth, rate-limited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19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797979"/>
                </a:solidFill>
                <a:latin typeface="Calibri"/>
              </a:defRPr>
            </a:pPr>
            <a:r>
              <a:t>• Wyze-Bridge (.220) — Cloud API auth only, no local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492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797979"/>
                </a:solidFill>
                <a:latin typeface="Calibri"/>
              </a:defRPr>
            </a:pPr>
            <a:r>
              <a:t>• Omada Controller (.201) — CSRF-protected SPA, default creds 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692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797979"/>
                </a:solidFill>
                <a:latin typeface="Calibri"/>
              </a:defRPr>
            </a:pPr>
            <a:r>
              <a:t>• OPNsense Router (.1) — Web UI with CSRF protection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1.  Apply security patches to both Ubuntu servers (recent OpenSSH CVEs).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2.  Segment IoT devices onto a separate VLAN with restricted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3.  Restrict web management interfaces (OPNsense, Omada, Wyze-Bridge) to admin VLAN.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